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8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PHOTO  •  PLATEFORME MÉTIER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Vendez plus.</a:t>
            </a:r>
            <a:endParaRPr lang="en-US" sz="6400" dirty="0"/>
          </a:p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Livrez mieux.</a:t>
            </a:r>
            <a:endParaRPr lang="en-US" sz="6400" dirty="0"/>
          </a:p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Gardez vos clients.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731520" y="4937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site complet pour photographe pro, branché à Stripe, prêt en 48h.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5486400"/>
            <a:ext cx="1371600" cy="45720"/>
          </a:xfrm>
          <a:prstGeom prst="rect">
            <a:avLst/>
          </a:prstGeom>
          <a:solidFill>
            <a:srgbClr val="C8A97E"/>
          </a:solidFill>
          <a:ln w="12700">
            <a:solidFill>
              <a:srgbClr val="C8A9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669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Evan Orofino — Développeur Symfony freelance, Lyon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8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CONSTAT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marché des sites de photographes est bloqué dans le passé.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377440"/>
            <a:ext cx="3566160" cy="3108960"/>
          </a:xfrm>
          <a:prstGeom prst="rect">
            <a:avLst/>
          </a:prstGeom>
          <a:solidFill>
            <a:srgbClr val="F8F6F1"/>
          </a:solidFill>
          <a:ln w="12700">
            <a:solidFill>
              <a:srgbClr val="C8A9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377440"/>
            <a:ext cx="73152" cy="3108960"/>
          </a:xfrm>
          <a:prstGeom prst="rect">
            <a:avLst/>
          </a:prstGeom>
          <a:solidFill>
            <a:srgbClr val="C8A97E"/>
          </a:solidFill>
          <a:ln w="12700">
            <a:solidFill>
              <a:srgbClr val="C8A9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83464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70 %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sites de photographes pro sont des WordPress avec galerie statique — aucune vraie automatisation.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2377440"/>
            <a:ext cx="3566160" cy="3108960"/>
          </a:xfrm>
          <a:prstGeom prst="rect">
            <a:avLst/>
          </a:prstGeom>
          <a:solidFill>
            <a:srgbClr val="F8F6F1"/>
          </a:solidFill>
          <a:ln w="12700">
            <a:solidFill>
              <a:srgbClr val="C8A97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2377440"/>
            <a:ext cx="73152" cy="3108960"/>
          </a:xfrm>
          <a:prstGeom prst="rect">
            <a:avLst/>
          </a:prstGeom>
          <a:solidFill>
            <a:srgbClr val="C8A97E"/>
          </a:solidFill>
          <a:ln w="12700">
            <a:solidFill>
              <a:srgbClr val="C8A9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83464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h+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4663440" y="42976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passées chaque semaine par le photographe à faire de la facturation, du suivi et de la livraison manuelle.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2377440"/>
            <a:ext cx="3566160" cy="3108960"/>
          </a:xfrm>
          <a:prstGeom prst="rect">
            <a:avLst/>
          </a:prstGeom>
          <a:solidFill>
            <a:srgbClr val="F8F6F1"/>
          </a:solidFill>
          <a:ln w="12700">
            <a:solidFill>
              <a:srgbClr val="C8A97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2377440"/>
            <a:ext cx="73152" cy="3108960"/>
          </a:xfrm>
          <a:prstGeom prst="rect">
            <a:avLst/>
          </a:prstGeom>
          <a:solidFill>
            <a:srgbClr val="C8A97E"/>
          </a:solidFill>
          <a:ln w="12700">
            <a:solidFill>
              <a:srgbClr val="C8A9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283464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−40 %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8503920" y="42976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chiffre d'affaires potentiel perdu : pas de boutique tirages, pas de réservation directe en ligne.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 photographe a besoin d'un outil qui fait grandir son business, pas d'un catalogue figé.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Photo • Pitch commercial • Evan Orofino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8813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8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Studio Photo : votre business, en une seule plateforme.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installation, sous votre nom de domaine, qui couvre tout votre cycle de vente — du premier visiteur jusqu'à la livraison des photos finales.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280160" y="3108960"/>
            <a:ext cx="640080" cy="640080"/>
          </a:xfrm>
          <a:prstGeom prst="ellipse">
            <a:avLst/>
          </a:prstGeom>
          <a:solidFill>
            <a:srgbClr val="C8A97E"/>
          </a:solidFill>
          <a:ln w="12700">
            <a:solidFill>
              <a:srgbClr val="C8A9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Vitrine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Galerie + blog + témoignages SEO-optimisés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3429000"/>
            <a:ext cx="228600" cy="0"/>
          </a:xfrm>
          <a:prstGeom prst="line">
            <a:avLst/>
          </a:prstGeom>
          <a:noFill/>
          <a:ln w="19050">
            <a:solidFill>
              <a:srgbClr val="C8A97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3108960"/>
            <a:ext cx="640080" cy="640080"/>
          </a:xfrm>
          <a:prstGeom prst="ellipse">
            <a:avLst/>
          </a:prstGeom>
          <a:solidFill>
            <a:srgbClr val="C8A97E"/>
          </a:solidFill>
          <a:ln w="12700">
            <a:solidFill>
              <a:srgbClr val="C8A9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788920" y="3931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Devis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880360" y="443484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intelligent + email automatique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3429000"/>
            <a:ext cx="228600" cy="0"/>
          </a:xfrm>
          <a:prstGeom prst="line">
            <a:avLst/>
          </a:prstGeom>
          <a:noFill/>
          <a:ln w="19050">
            <a:solidFill>
              <a:srgbClr val="C8A97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0720" y="3108960"/>
            <a:ext cx="640080" cy="640080"/>
          </a:xfrm>
          <a:prstGeom prst="ellipse">
            <a:avLst/>
          </a:prstGeom>
          <a:solidFill>
            <a:srgbClr val="C8A97E"/>
          </a:solidFill>
          <a:ln w="12700">
            <a:solidFill>
              <a:srgbClr val="C8A9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029200" y="3931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Réservation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120640" y="443484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Acompte CB Stripe + calendrier dispo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86600" y="3429000"/>
            <a:ext cx="228600" cy="0"/>
          </a:xfrm>
          <a:prstGeom prst="line">
            <a:avLst/>
          </a:prstGeom>
          <a:noFill/>
          <a:ln w="19050">
            <a:solidFill>
              <a:srgbClr val="C8A97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01000" y="3108960"/>
            <a:ext cx="640080" cy="640080"/>
          </a:xfrm>
          <a:prstGeom prst="ellipse">
            <a:avLst/>
          </a:prstGeom>
          <a:solidFill>
            <a:srgbClr val="C8A97E"/>
          </a:solidFill>
          <a:ln w="12700">
            <a:solidFill>
              <a:srgbClr val="C8A97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0100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269480" y="3931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Livraison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60920" y="443484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Galerie privée client + ZIP téléchargeable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326880" y="3429000"/>
            <a:ext cx="228600" cy="0"/>
          </a:xfrm>
          <a:prstGeom prst="line">
            <a:avLst/>
          </a:prstGeom>
          <a:noFill/>
          <a:ln w="19050">
            <a:solidFill>
              <a:srgbClr val="C8A97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241280" y="3108960"/>
            <a:ext cx="640080" cy="640080"/>
          </a:xfrm>
          <a:prstGeom prst="ellipse">
            <a:avLst/>
          </a:prstGeom>
          <a:solidFill>
            <a:srgbClr val="C8A97E"/>
          </a:solidFill>
          <a:ln w="12700">
            <a:solidFill>
              <a:srgbClr val="C8A97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509760" y="3931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Vente++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601200" y="443484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 tirages + codes promo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plateforme, zéro friction, plus de revenus.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Photo • Pitch commercial • Evan Orofino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813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8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L'EXPÉRIENCE CLIENT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voit votre client, à chaque étape.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03520" cy="2103120"/>
          </a:xfrm>
          <a:prstGeom prst="rect">
            <a:avLst/>
          </a:prstGeom>
          <a:solidFill>
            <a:srgbClr val="F8F6F1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011680"/>
            <a:ext cx="5303520" cy="502920"/>
          </a:xfrm>
          <a:prstGeom prst="rect">
            <a:avLst/>
          </a:prstGeom>
          <a:solidFill>
            <a:srgbClr val="C8A97E"/>
          </a:solidFill>
          <a:ln w="12700">
            <a:solidFill>
              <a:srgbClr val="C8A9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116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Avant la séance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Découvre votre travail via votre galerie, lit vos avis, voit vos disponibilités en temps réel. Réserve sa date en 3 minutes avec acompte CB.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2011680"/>
            <a:ext cx="5303520" cy="2103120"/>
          </a:xfrm>
          <a:prstGeom prst="rect">
            <a:avLst/>
          </a:prstGeom>
          <a:solidFill>
            <a:srgbClr val="F8F6F1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2011680"/>
            <a:ext cx="530352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0116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Pendant la séance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269748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êtes serein : la date est verrouillée, l'acompte est encaissé, les attentes du client sont notées dans son dossier.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389120"/>
            <a:ext cx="5303520" cy="2103120"/>
          </a:xfrm>
          <a:prstGeom prst="rect">
            <a:avLst/>
          </a:prstGeom>
          <a:solidFill>
            <a:srgbClr val="F8F6F1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4389120"/>
            <a:ext cx="5303520" cy="502920"/>
          </a:xfrm>
          <a:prstGeom prst="rect">
            <a:avLst/>
          </a:prstGeom>
          <a:solidFill>
            <a:srgbClr val="C8A97E"/>
          </a:solidFill>
          <a:ln w="12700">
            <a:solidFill>
              <a:srgbClr val="C8A9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3891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Après la séance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507492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Reçoit un lien privé + mot de passe. Télécharge ses photos en HD individuellement ou en ZIP. Tout en lumière naturelle, design pro.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4389120"/>
            <a:ext cx="5303520" cy="2103120"/>
          </a:xfrm>
          <a:prstGeom prst="rect">
            <a:avLst/>
          </a:prstGeom>
          <a:solidFill>
            <a:srgbClr val="F8F6F1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4389120"/>
            <a:ext cx="530352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43891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Plus tard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507492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Achète un tirage d'art sur votre boutique. Reçoit votre newsletter. Vous recommande à ses amis avec un témoignage que vous publiez en 1 clic.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Photo • Pitch commercial • Evan Orofino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8813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8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EST INCLUS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Tout est livré clé en main. Pas d'add-on caché.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938528"/>
            <a:ext cx="411480" cy="411480"/>
          </a:xfrm>
          <a:prstGeom prst="ellipse">
            <a:avLst/>
          </a:prstGeom>
          <a:solidFill>
            <a:srgbClr val="C8A97E"/>
          </a:solidFill>
          <a:ln w="12700">
            <a:solidFill>
              <a:srgbClr val="C8A9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9385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874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Site vitrine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3317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Accueil, galerie filtrable, prestations, témoignages, blog, à propos, FAQ, contact.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51960" y="1938528"/>
            <a:ext cx="411480" cy="411480"/>
          </a:xfrm>
          <a:prstGeom prst="ellipse">
            <a:avLst/>
          </a:prstGeom>
          <a:solidFill>
            <a:srgbClr val="C8A97E"/>
          </a:solidFill>
          <a:ln w="12700">
            <a:solidFill>
              <a:srgbClr val="C8A9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51960" y="19385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00600" y="1874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Galerie privée client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23317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+ mot de passe, expiration auto, photos hors web public, téléchargement individuel ou ZIP.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938528"/>
            <a:ext cx="411480" cy="411480"/>
          </a:xfrm>
          <a:prstGeom prst="ellipse">
            <a:avLst/>
          </a:prstGeom>
          <a:solidFill>
            <a:srgbClr val="C8A97E"/>
          </a:solidFill>
          <a:ln w="12700">
            <a:solidFill>
              <a:srgbClr val="C8A9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19385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95360" y="1874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Réservation en ligne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95360" y="23317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 des dispos, formulaire avec acompte 30% via Stripe Checkout.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401568"/>
            <a:ext cx="411480" cy="411480"/>
          </a:xfrm>
          <a:prstGeom prst="ellipse">
            <a:avLst/>
          </a:prstGeom>
          <a:solidFill>
            <a:srgbClr val="C8A97E"/>
          </a:solidFill>
          <a:ln w="12700">
            <a:solidFill>
              <a:srgbClr val="C8A97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401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3337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Boutique tirages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7947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+ panier session + checkout Stripe + codes promo + gestion stock.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51960" y="3401568"/>
            <a:ext cx="411480" cy="411480"/>
          </a:xfrm>
          <a:prstGeom prst="ellipse">
            <a:avLst/>
          </a:prstGeom>
          <a:solidFill>
            <a:srgbClr val="C8A97E"/>
          </a:solidFill>
          <a:ln w="12700">
            <a:solidFill>
              <a:srgbClr val="C8A97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51960" y="3401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00600" y="3337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analytics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0600" y="37947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KPI + 6 graphiques Chart.js : CA, conversions, photos vues, demandes par type.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46720" y="3401568"/>
            <a:ext cx="411480" cy="411480"/>
          </a:xfrm>
          <a:prstGeom prst="ellipse">
            <a:avLst/>
          </a:prstGeom>
          <a:solidFill>
            <a:srgbClr val="C8A97E"/>
          </a:solidFill>
          <a:ln w="12700">
            <a:solidFill>
              <a:srgbClr val="C8A97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0" y="3401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95360" y="3337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Blog SEO + RSS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595360" y="37947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Éditeur Markdown, catégories, JSON-LD, flux RSS pour fidéliser et capter Google.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864608"/>
            <a:ext cx="411480" cy="411480"/>
          </a:xfrm>
          <a:prstGeom prst="ellipse">
            <a:avLst/>
          </a:prstGeom>
          <a:solidFill>
            <a:srgbClr val="C8A97E"/>
          </a:solidFill>
          <a:ln w="12700">
            <a:solidFill>
              <a:srgbClr val="C8A97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8646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05840" y="4800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Conformité RGPD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05840" y="52578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Mentions légales, politique de confidentialité, bandeau cookies, droits utilisateurs.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251960" y="4864608"/>
            <a:ext cx="411480" cy="411480"/>
          </a:xfrm>
          <a:prstGeom prst="ellipse">
            <a:avLst/>
          </a:prstGeom>
          <a:solidFill>
            <a:srgbClr val="C8A97E"/>
          </a:solidFill>
          <a:ln w="12700">
            <a:solidFill>
              <a:srgbClr val="C8A97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51960" y="48646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800600" y="4800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Multi-langue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800600" y="52578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disponible en FR / EN, switcher dans la navigation.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046720" y="4864608"/>
            <a:ext cx="411480" cy="411480"/>
          </a:xfrm>
          <a:prstGeom prst="ellipse">
            <a:avLst/>
          </a:prstGeom>
          <a:solidFill>
            <a:srgbClr val="C8A97E"/>
          </a:solidFill>
          <a:ln w="12700">
            <a:solidFill>
              <a:srgbClr val="C8A97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0" y="48646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595360" y="4800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 sombre + WebP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595360" y="52578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adaptatif, images optimisées (WebP automatique, srcset Retina).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Photo • Pitch commercial • Evan Orofino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8813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8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SÉCURITÉ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Construit aux standards des startups françaises.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Symfony 7.4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39572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français reconnu (Audi, Spotify, Drupal). Maintenu 5 ans en LTS.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36576" cy="548640"/>
          </a:xfrm>
          <a:prstGeom prst="rect">
            <a:avLst/>
          </a:prstGeom>
          <a:solidFill>
            <a:srgbClr val="C8A97E"/>
          </a:solidFill>
          <a:ln w="12700">
            <a:solidFill>
              <a:srgbClr val="C8A9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0175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 tests automatisés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40156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suite PHPUnit qui valide chaque fonctionnalité. Le site ne casse pas en silence.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36576" cy="548640"/>
          </a:xfrm>
          <a:prstGeom prst="rect">
            <a:avLst/>
          </a:prstGeom>
          <a:solidFill>
            <a:srgbClr val="C8A97E"/>
          </a:solidFill>
          <a:ln w="12700">
            <a:solidFill>
              <a:srgbClr val="C8A9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0233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CI/CD GitHub Actions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440740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modification est testée automatiquement avant déploiement.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36576" cy="548640"/>
          </a:xfrm>
          <a:prstGeom prst="rect">
            <a:avLst/>
          </a:prstGeom>
          <a:solidFill>
            <a:srgbClr val="C8A97E"/>
          </a:solidFill>
          <a:ln w="12700">
            <a:solidFill>
              <a:srgbClr val="C8A9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50292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Stripe + RGPD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541324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certifié niveau bancaire. Conformité européenne validée.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5120640"/>
            <a:ext cx="36576" cy="548640"/>
          </a:xfrm>
          <a:prstGeom prst="rect">
            <a:avLst/>
          </a:prstGeom>
          <a:solidFill>
            <a:srgbClr val="C8A97E"/>
          </a:solidFill>
          <a:ln w="12700">
            <a:solidFill>
              <a:srgbClr val="C8A97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0" y="2011680"/>
            <a:ext cx="4572000" cy="40233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2194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PUBLIC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06640" y="25603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Vous voulez vérifier ?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406640" y="338328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L'intégralité du code source est consultable publiquement sur GitHub. Aucun secret, aucune boîte noire.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06640" y="49377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github.com/EvanOROFINO/studio-photo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06640" y="5440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49 tests verts  •  ✓ CI passing  •  ✓ Dependabot actif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Photo • Pitch commercial • Evan Orofino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813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8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SUR INVESTISSEMENT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Combien ça vous rapporte, en clair.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57600" cy="3657600"/>
          </a:xfrm>
          <a:prstGeom prst="rect">
            <a:avLst/>
          </a:prstGeom>
          <a:solidFill>
            <a:srgbClr val="F8F6F1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27432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94360" y="4160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séances / mois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457200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supplémentaires grâce à la réservation directe en ligne (au lieu d'aller-retours email).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1960" y="2103120"/>
            <a:ext cx="3657600" cy="36576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27432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8A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+450€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4526280" y="4160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mois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17720" y="457200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estimés via la boutique tirages (5 tirages vendus à 90€ de marge moyenne).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83880" y="2103120"/>
            <a:ext cx="3657600" cy="3657600"/>
          </a:xfrm>
          <a:prstGeom prst="rect">
            <a:avLst/>
          </a:prstGeom>
          <a:solidFill>
            <a:srgbClr val="F8F6F1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58200" y="27432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−2h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8458200" y="4160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semaine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49640" y="457200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économisées sur la facturation et la livraison manuelle (Stripe + galerie auto).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un panier moyen mariage à 1 500 €, la plateforme s'auto-finance en 2 séances.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Photo • Pitch commercial • Evan Orofino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8813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8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PACK. TOUT INCLUS.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645920" y="1463040"/>
            <a:ext cx="886968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C8A9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0" y="17373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 Studio Photo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011680" y="228600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complet, déployé sous votre domaine, formé en 1 demi-journée.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011680" y="292608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3 000 €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2011680" y="4434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TTC, payable en 2 fois sans frais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0" y="2834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Inclus 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0" y="3328416"/>
            <a:ext cx="164592" cy="164592"/>
          </a:xfrm>
          <a:prstGeom prst="ellipse">
            <a:avLst/>
          </a:prstGeom>
          <a:solidFill>
            <a:srgbClr val="C8A97E"/>
          </a:solidFill>
          <a:ln w="12700">
            <a:solidFill>
              <a:srgbClr val="C8A9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0" y="3291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complet sur mesure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0" y="3712464"/>
            <a:ext cx="164592" cy="164592"/>
          </a:xfrm>
          <a:prstGeom prst="ellipse">
            <a:avLst/>
          </a:prstGeom>
          <a:solidFill>
            <a:srgbClr val="C8A97E"/>
          </a:solidFill>
          <a:ln w="12700">
            <a:solidFill>
              <a:srgbClr val="C8A9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0" y="36758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Personnalisation à votre identité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0" y="4096512"/>
            <a:ext cx="164592" cy="164592"/>
          </a:xfrm>
          <a:prstGeom prst="ellipse">
            <a:avLst/>
          </a:prstGeom>
          <a:solidFill>
            <a:srgbClr val="C8A97E"/>
          </a:solidFill>
          <a:ln w="12700">
            <a:solidFill>
              <a:srgbClr val="C8A9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40599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sur votre nom de domaine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0" y="4480560"/>
            <a:ext cx="164592" cy="164592"/>
          </a:xfrm>
          <a:prstGeom prst="ellipse">
            <a:avLst/>
          </a:prstGeom>
          <a:solidFill>
            <a:srgbClr val="C8A97E"/>
          </a:solidFill>
          <a:ln w="12700">
            <a:solidFill>
              <a:srgbClr val="C8A9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0" y="44439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de vos photos existantes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0" y="4864608"/>
            <a:ext cx="164592" cy="164592"/>
          </a:xfrm>
          <a:prstGeom prst="ellipse">
            <a:avLst/>
          </a:prstGeom>
          <a:solidFill>
            <a:srgbClr val="C8A97E"/>
          </a:solidFill>
          <a:ln w="12700">
            <a:solidFill>
              <a:srgbClr val="C8A97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3h sur le back-office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0" y="5248656"/>
            <a:ext cx="164592" cy="164592"/>
          </a:xfrm>
          <a:prstGeom prst="ellipse">
            <a:avLst/>
          </a:prstGeom>
          <a:solidFill>
            <a:srgbClr val="C8A97E"/>
          </a:solidFill>
          <a:ln w="12700">
            <a:solidFill>
              <a:srgbClr val="C8A97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0" y="5212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Garantie satisfait ou remboursé 30 jours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45920" y="6217920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+ 50 € / mois : hébergement haute disponibilité, sauvegardes quotidiennes, mises à jour de sécurité.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8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MOI 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freelance local, transparent, qui livre.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6576" cy="868680"/>
          </a:xfrm>
          <a:prstGeom prst="rect">
            <a:avLst/>
          </a:prstGeom>
          <a:solidFill>
            <a:srgbClr val="C8A97E"/>
          </a:solidFill>
          <a:ln w="12700">
            <a:solidFill>
              <a:srgbClr val="C8A9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116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Lyonnais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395728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travaille avec des photographes de la métropole. RDV physique possible chaque semaine.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36576" cy="868680"/>
          </a:xfrm>
          <a:prstGeom prst="rect">
            <a:avLst/>
          </a:prstGeom>
          <a:solidFill>
            <a:srgbClr val="C8A97E"/>
          </a:solidFill>
          <a:ln w="12700">
            <a:solidFill>
              <a:srgbClr val="C8A9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0175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Spécialisé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401568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plateforme, c'est MON produit. Je connais chaque ligne du code, je l'améliore en continu.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36576" cy="868680"/>
          </a:xfrm>
          <a:prstGeom prst="rect">
            <a:avLst/>
          </a:prstGeom>
          <a:solidFill>
            <a:srgbClr val="C8A97E"/>
          </a:solidFill>
          <a:ln w="12700">
            <a:solidFill>
              <a:srgbClr val="C8A9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0233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4407408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open-source sur GitHub, démos en vrai, références consultables. Aucune boîte noire.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029200"/>
            <a:ext cx="36576" cy="868680"/>
          </a:xfrm>
          <a:prstGeom prst="rect">
            <a:avLst/>
          </a:prstGeom>
          <a:solidFill>
            <a:srgbClr val="C8A97E"/>
          </a:solidFill>
          <a:ln w="12700">
            <a:solidFill>
              <a:srgbClr val="C8A9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0292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Réactif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7240" y="5413248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sous 24h ouvrées garantie. Vous m'appelez, je décroche.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0" y="2011680"/>
            <a:ext cx="4389120" cy="4023360"/>
          </a:xfrm>
          <a:prstGeom prst="rect">
            <a:avLst/>
          </a:prstGeom>
          <a:solidFill>
            <a:srgbClr val="F8F6F1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69680" y="2286000"/>
            <a:ext cx="1280160" cy="1280160"/>
          </a:xfrm>
          <a:prstGeom prst="ellipse">
            <a:avLst/>
          </a:prstGeom>
          <a:solidFill>
            <a:srgbClr val="C8A97E"/>
          </a:solidFill>
          <a:ln w="12700">
            <a:solidFill>
              <a:srgbClr val="C8A97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228600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EO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7315200" y="37490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Evan Orofino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315200" y="42519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 Symfony freelance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686800" y="4754880"/>
            <a:ext cx="1645920" cy="0"/>
          </a:xfrm>
          <a:prstGeom prst="line">
            <a:avLst/>
          </a:prstGeom>
          <a:noFill/>
          <a:ln w="12700">
            <a:solidFill>
              <a:srgbClr val="C8A97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0" y="49377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Lyon, France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0" y="52578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evanorofino.pro@gmail.com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0" y="55778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github.com/EvanOROFINO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Photo • Pitch commercial • Evan Orofino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813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8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MAINTENANT 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étapes simples pour démarrer.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2103120"/>
            <a:ext cx="3566160" cy="3657600"/>
          </a:xfrm>
          <a:prstGeom prst="rect">
            <a:avLst/>
          </a:prstGeom>
          <a:solidFill>
            <a:srgbClr val="F8F6F1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4688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Aujourd'hui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388620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me dites OK. On signe un devis, vous payez 50% d'acompte.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2103120"/>
            <a:ext cx="3566160" cy="3657600"/>
          </a:xfrm>
          <a:prstGeom prst="rect">
            <a:avLst/>
          </a:prstGeom>
          <a:solidFill>
            <a:srgbClr val="C8A97E"/>
          </a:solidFill>
          <a:ln w="12700">
            <a:solidFill>
              <a:srgbClr val="C8A9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24688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28803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Semaine 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663440" y="388620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personnalise la plateforme : votre identité, vos photos, vos prestations, vos tarifs.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83880" y="2103120"/>
            <a:ext cx="3566160" cy="3657600"/>
          </a:xfrm>
          <a:prstGeom prst="rect">
            <a:avLst/>
          </a:prstGeom>
          <a:solidFill>
            <a:srgbClr val="F8F6F1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49640" y="24688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49640" y="28803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Semaine 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549640" y="388620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ligne sur votre domaine, formation 3h, et vous êtes opérationnel.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en ligne et devis personnalisé sur simple demande.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Photo • Pitch commercial • Evan Orofino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88136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MERCI.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Discutons de votre projet — un appel, sans engagement.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3840480"/>
            <a:ext cx="1371600" cy="45720"/>
          </a:xfrm>
          <a:prstGeom prst="rect">
            <a:avLst/>
          </a:prstGeom>
          <a:solidFill>
            <a:srgbClr val="C8A97E"/>
          </a:solidFill>
          <a:ln w="12700">
            <a:solidFill>
              <a:srgbClr val="C8A9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Evan Orofino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 Symfony freelance — Lyon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evanorofino.pro@gmail.com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5623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github.com/EvanOROFINO/studio-photo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Studio Photo — Pitch commercial</dc:title>
  <dc:subject>Plateforme web métier pour photographe professionnel</dc:subject>
  <dc:creator>Evan Orofino</dc:creator>
  <cp:lastModifiedBy>Evan Orofino</cp:lastModifiedBy>
  <cp:revision>1</cp:revision>
  <dcterms:created xsi:type="dcterms:W3CDTF">2026-05-25T12:04:28Z</dcterms:created>
  <dcterms:modified xsi:type="dcterms:W3CDTF">2026-05-25T12:04:28Z</dcterms:modified>
</cp:coreProperties>
</file>